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8" autoAdjust="0"/>
    <p:restoredTop sz="94660"/>
  </p:normalViewPr>
  <p:slideViewPr>
    <p:cSldViewPr snapToGrid="0">
      <p:cViewPr varScale="1">
        <p:scale>
          <a:sx n="53" d="100"/>
          <a:sy n="53" d="100"/>
        </p:scale>
        <p:origin x="77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C6A97-0030-30F3-8A33-5D555F6F8F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845D6A-D243-A145-C13B-90CF5F77B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9804B3-3795-F583-EE1F-DE68F1B3E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B33BBB-833C-91CC-9E4B-CD4A9E736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17943-E855-F47D-8554-7C7895A67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9310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46B88-DCDF-22BB-0091-D5C875BFD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27F65-9724-9E7F-C8A8-334D0F798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A6ECA-22F9-016E-EF02-89B4F5068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01BFC-A3FC-FBFF-F309-F4B05EC5F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A470D-CA5E-0B07-074C-1304DB793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2613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E225E-3135-5A0A-4858-C1A019DEE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4DDD62-CC09-3FAA-BEE7-A42E7C8C6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034E3-2D81-064C-2379-D7669EA23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8AE70-653D-A7D1-5404-09FCF25F9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90106-F245-6DAF-9328-4DE085B4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1964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2AFFF-990C-3F83-CB59-5233BDB6B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9A28D-ADA6-F9CF-777E-0B102F85FA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CF1D7-132E-0CDC-D8DA-1ECD7CADB7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F2974-9B51-2EA8-294B-35EDD1147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6283B-8C92-4F0D-C574-F6DBFB795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A55003-B5A5-916E-C414-00DCB8B44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5299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5E267-2B11-F6A5-60D3-37CBECEF1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72825F-51AB-2DBC-394B-B9D8CB04A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E93576-744D-73BA-D06B-650C3EF02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33A7BF-8CF0-89F5-9448-8EA6B16CB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3624A-C07C-20B0-6142-12E134DB52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315A24-05CD-09CE-A33D-A41B87588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E1B42F-D2FE-F50B-575D-A58E5CFE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83D6B-A7C1-709C-F152-1D8E0E864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3495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BA935-2602-65C7-40F6-186554E6F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4B748F-3C2D-A9A2-798A-151B3C73E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891986-F589-56B1-62B9-DF8B86FF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B17DD8-6079-E355-8E52-7DE807672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950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1E1C3F-A575-FB6E-6ED1-A458353D9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393F48-EDD7-7C27-F900-F0ECA7588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3B609-95AC-9B69-2232-509933C0A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83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5DFD2-CBAE-3992-EC09-A1339181B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60517-EB2D-E04B-4A78-A6009FFC3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C4B1F5-999C-34BB-3F62-48A9ACE773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79559-BBEB-8AAC-9700-8C82F8EF9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08968-2E21-B37C-6AE2-9D63DF349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1B2E0A-D740-499D-33D6-0B8AAC517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9907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9BFE2-DB53-4855-4C88-B7568E512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727535-A526-54A7-A22D-BCE76D0E00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6DEA9C-A7DE-9BB8-E725-5B2F40E9CF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22669E-3EB1-B7A9-A47B-0EDE1690D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B5A04E-8A80-803E-6352-EE56103A5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895E73-DAB9-DB8A-D2C8-6280FB713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666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100C5-7941-DCCD-AF7E-49C5B0C20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FC0322-3B4A-1FCC-2BBF-0849966255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D608A-9213-24F6-D698-93F9C2D06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791F7-DDEF-732F-CD9E-4C940DBD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32398B-9FDD-84B3-6F17-27F6A904D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8135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09EE8E-F2D4-7944-E363-52B4D1907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81A5C8-5F50-C00A-5F35-9E680118F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EA792-F5DF-8DC9-F614-6BD08DA1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BB508-28BA-B369-3C93-F9F213272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BA953-87B2-0AE8-B5F9-E5A63C6F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33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720540-8335-7EDD-9F62-72F7E32B4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CFA53-402D-13C5-F6A8-881083368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6CF8FA-113A-DA09-F03A-8A1499E48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B9B9E7-7666-4C30-B2AD-F4B4DF17AC15}" type="datetimeFigureOut">
              <a:rPr lang="en-GB" smtClean="0"/>
              <a:t>08/11/2025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AB769E-A36D-A9EA-772B-81294B2294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A3C157-C2D1-7A82-48A2-045CB57EE8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1343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3621205-2999-000B-4F48-F9D9568CD475}"/>
              </a:ext>
            </a:extLst>
          </p:cNvPr>
          <p:cNvSpPr txBox="1"/>
          <p:nvPr/>
        </p:nvSpPr>
        <p:spPr>
          <a:xfrm>
            <a:off x="3048000" y="32479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#4acaa8</a:t>
            </a:r>
          </a:p>
        </p:txBody>
      </p:sp>
    </p:spTree>
    <p:extLst>
      <p:ext uri="{BB962C8B-B14F-4D97-AF65-F5344CB8AC3E}">
        <p14:creationId xmlns:p14="http://schemas.microsoft.com/office/powerpoint/2010/main" val="1755056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C265EE-C224-65D4-F205-7DB8E53615D3}"/>
              </a:ext>
            </a:extLst>
          </p:cNvPr>
          <p:cNvSpPr>
            <a:spLocks noChangeAspect="1"/>
          </p:cNvSpPr>
          <p:nvPr/>
        </p:nvSpPr>
        <p:spPr>
          <a:xfrm>
            <a:off x="1538514" y="0"/>
            <a:ext cx="6858000" cy="6858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English Wikipedia - Wikipedia">
            <a:extLst>
              <a:ext uri="{FF2B5EF4-FFF2-40B4-BE49-F238E27FC236}">
                <a16:creationId xmlns:a16="http://schemas.microsoft.com/office/drawing/2014/main" id="{5DEA1E7E-2BB0-64AE-7548-8AE82DF1B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9793" y="654813"/>
            <a:ext cx="1952806" cy="2242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485E6F1D-4E5D-7744-A3D4-27E6B2D1E021}"/>
              </a:ext>
            </a:extLst>
          </p:cNvPr>
          <p:cNvGrpSpPr/>
          <p:nvPr/>
        </p:nvGrpSpPr>
        <p:grpSpPr>
          <a:xfrm>
            <a:off x="1756224" y="217710"/>
            <a:ext cx="2421195" cy="2418299"/>
            <a:chOff x="1756224" y="217710"/>
            <a:chExt cx="2421195" cy="241829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EDA5F38-3A46-6A3C-1C91-B50C7AF448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56224" y="217710"/>
              <a:ext cx="2421195" cy="241829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1905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52" name="Picture 4" descr="undefined">
              <a:extLst>
                <a:ext uri="{FF2B5EF4-FFF2-40B4-BE49-F238E27FC236}">
                  <a16:creationId xmlns:a16="http://schemas.microsoft.com/office/drawing/2014/main" id="{86F5DFC0-4F47-F65D-7222-FBE613358C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1190" y="632200"/>
              <a:ext cx="1931262" cy="17634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8448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5C67DF-3174-9BF5-664F-7BAED718C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372"/>
          <a:stretch>
            <a:fillRect/>
          </a:stretch>
        </p:blipFill>
        <p:spPr>
          <a:xfrm>
            <a:off x="2438400" y="990600"/>
            <a:ext cx="7315200" cy="3639457"/>
          </a:xfrm>
          <a:prstGeom prst="rect">
            <a:avLst/>
          </a:prstGeom>
        </p:spPr>
      </p:pic>
      <p:pic>
        <p:nvPicPr>
          <p:cNvPr id="3074" name="Picture 2" descr="gold and purple glitter decors">
            <a:extLst>
              <a:ext uri="{FF2B5EF4-FFF2-40B4-BE49-F238E27FC236}">
                <a16:creationId xmlns:a16="http://schemas.microsoft.com/office/drawing/2014/main" id="{1918348D-27F1-31EA-C975-0512B87524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72"/>
          <a:stretch>
            <a:fillRect/>
          </a:stretch>
        </p:blipFill>
        <p:spPr bwMode="auto">
          <a:xfrm>
            <a:off x="1219200" y="2979056"/>
            <a:ext cx="7315200" cy="3639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2813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Kowalski</dc:creator>
  <cp:lastModifiedBy>Daniel Kowalski</cp:lastModifiedBy>
  <cp:revision>1</cp:revision>
  <dcterms:created xsi:type="dcterms:W3CDTF">2025-11-12T14:24:13Z</dcterms:created>
  <dcterms:modified xsi:type="dcterms:W3CDTF">2025-11-12T14:24:41Z</dcterms:modified>
</cp:coreProperties>
</file>