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2" r:id="rId4"/>
    <p:sldId id="258" r:id="rId5"/>
    <p:sldId id="259" r:id="rId6"/>
    <p:sldId id="260" r:id="rId7"/>
    <p:sldId id="261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28" autoAdjust="0"/>
    <p:restoredTop sz="94660"/>
  </p:normalViewPr>
  <p:slideViewPr>
    <p:cSldViewPr snapToGrid="0">
      <p:cViewPr varScale="1">
        <p:scale>
          <a:sx n="50" d="100"/>
          <a:sy n="50" d="100"/>
        </p:scale>
        <p:origin x="67" y="29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2C6A97-0030-30F3-8A33-5D555F6F8F0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E845D6A-D243-A145-C13B-90CF5F77B0C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9804B3-3795-F583-EE1F-DE68F1B3E3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B9B9E7-7666-4C30-B2AD-F4B4DF17AC15}" type="datetimeFigureOut">
              <a:rPr lang="en-GB" smtClean="0"/>
              <a:t>05/09/2026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B33BBB-833C-91CC-9E4B-CD4A9E736E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617943-E855-F47D-8554-7C7895A671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7756E4-FF5B-4301-B407-2A34594D2A5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693105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546B88-DCDF-22BB-0091-D5C875BFD4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F27F65-9724-9E7F-C8A8-334D0F798E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FA6ECA-22F9-016E-EF02-89B4F50682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B9B9E7-7666-4C30-B2AD-F4B4DF17AC15}" type="datetimeFigureOut">
              <a:rPr lang="en-GB" smtClean="0"/>
              <a:t>05/09/2026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301BFC-A3FC-FBFF-F309-F4B05EC5F3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8A470D-CA5E-0B07-074C-1304DB7930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7756E4-FF5B-4301-B407-2A34594D2A5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526138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7E225E-3135-5A0A-4858-C1A019DEEF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4DDD62-CC09-3FAA-BEE7-A42E7C8C6D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B034E3-2D81-064C-2379-D7669EA23A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B9B9E7-7666-4C30-B2AD-F4B4DF17AC15}" type="datetimeFigureOut">
              <a:rPr lang="en-GB" smtClean="0"/>
              <a:t>05/09/2026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B8AE70-653D-A7D1-5404-09FCF25F9D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A90106-F245-6DAF-9328-4DE085B4C2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7756E4-FF5B-4301-B407-2A34594D2A5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719649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E2AFFF-990C-3F83-CB59-5233BDB6B9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B9A28D-ADA6-F9CF-777E-0B102F85FAF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EFCF1D7-132E-0CDC-D8DA-1ECD7CADB7A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3F2974-9B51-2EA8-294B-35EDD1147E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B9B9E7-7666-4C30-B2AD-F4B4DF17AC15}" type="datetimeFigureOut">
              <a:rPr lang="en-GB" smtClean="0"/>
              <a:t>05/09/2026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A16283B-8C92-4F0D-C574-F6DBFB7953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CA55003-B5A5-916E-C414-00DCB8B44D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7756E4-FF5B-4301-B407-2A34594D2A5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452999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05E267-2B11-F6A5-60D3-37CBECEF13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72825F-51AB-2DBC-394B-B9D8CB04A5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3E93576-744D-73BA-D06B-650C3EF02F8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E33A7BF-8CF0-89F5-9448-8EA6B16CBCB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593624A-C07C-20B0-6142-12E134DB52B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B315A24-05CD-09CE-A33D-A41B875888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B9B9E7-7666-4C30-B2AD-F4B4DF17AC15}" type="datetimeFigureOut">
              <a:rPr lang="en-GB" smtClean="0"/>
              <a:t>05/09/2026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6E1B42F-D2FE-F50B-575D-A58E5CFEA3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1983D6B-A7C1-709C-F152-1D8E0E864E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7756E4-FF5B-4301-B407-2A34594D2A5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734958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1BA935-2602-65C7-40F6-186554E6F0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84B748F-3C2D-A9A2-798A-151B3C73EC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B9B9E7-7666-4C30-B2AD-F4B4DF17AC15}" type="datetimeFigureOut">
              <a:rPr lang="en-GB" smtClean="0"/>
              <a:t>05/09/2026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3891986-F589-56B1-62B9-DF8B86FF7C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B17DD8-6079-E355-8E52-7DE807672B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7756E4-FF5B-4301-B407-2A34594D2A5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589508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51E1C3F-A575-FB6E-6ED1-A458353D93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B9B9E7-7666-4C30-B2AD-F4B4DF17AC15}" type="datetimeFigureOut">
              <a:rPr lang="en-GB" smtClean="0"/>
              <a:t>05/09/2026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4393F48-EDD7-7C27-F900-F0ECA7588D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A3B609-95AC-9B69-2232-509933C0AE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7756E4-FF5B-4301-B407-2A34594D2A5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268391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75DFD2-CBAE-3992-EC09-A1339181BF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D60517-EB2D-E04B-4A78-A6009FFC3E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FC4B1F5-999C-34BB-3F62-48A9ACE773D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F79559-BBEB-8AAC-9700-8C82F8EF9B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B9B9E7-7666-4C30-B2AD-F4B4DF17AC15}" type="datetimeFigureOut">
              <a:rPr lang="en-GB" smtClean="0"/>
              <a:t>05/09/2026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3B08968-2E21-B37C-6AE2-9D63DF3493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11B2E0A-D740-499D-33D6-0B8AAC5177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7756E4-FF5B-4301-B407-2A34594D2A5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299077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99BFE2-DB53-4855-4C88-B7568E512F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6727535-A526-54A7-A22D-BCE76D0E006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36DEA9C-A7DE-9BB8-E725-5B2F40E9CFB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322669E-3EB1-B7A9-A47B-0EDE1690D7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B9B9E7-7666-4C30-B2AD-F4B4DF17AC15}" type="datetimeFigureOut">
              <a:rPr lang="en-GB" smtClean="0"/>
              <a:t>05/09/2026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AB5A04E-8A80-803E-6352-EE56103A58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B895E73-DAB9-DB8A-D2C8-6280FB713D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7756E4-FF5B-4301-B407-2A34594D2A5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46662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6100C5-7941-DCCD-AF7E-49C5B0C20A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EFC0322-3B4A-1FCC-2BBF-08499662559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DD608A-9213-24F6-D698-93F9C2D06A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B9B9E7-7666-4C30-B2AD-F4B4DF17AC15}" type="datetimeFigureOut">
              <a:rPr lang="en-GB" smtClean="0"/>
              <a:t>05/09/2026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D791F7-DDEF-732F-CD9E-4C940DBD3C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32398B-9FDD-84B3-6F17-27F6A904DA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7756E4-FF5B-4301-B407-2A34594D2A5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181350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B09EE8E-F2D4-7944-E363-52B4D190713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281A5C8-5F50-C00A-5F35-9E680118F09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FEA792-F5DF-8DC9-F614-6BD08DA14D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B9B9E7-7666-4C30-B2AD-F4B4DF17AC15}" type="datetimeFigureOut">
              <a:rPr lang="en-GB" smtClean="0"/>
              <a:t>05/09/2026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4BB508-28BA-B369-3C93-F9F213272B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CBA953-87B2-0AE8-B5F9-E5A63C6F86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7756E4-FF5B-4301-B407-2A34594D2A5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005330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6720540-8335-7EDD-9F62-72F7E32B44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2CFA53-402D-13C5-F6A8-8810833686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6CF8FA-113A-DA09-F03A-8A1499E4817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7B9B9E7-7666-4C30-B2AD-F4B4DF17AC15}" type="datetimeFigureOut">
              <a:rPr lang="en-GB" smtClean="0"/>
              <a:t>05/09/2026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AB769E-A36D-A9EA-772B-81294B2294B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A3C157-C2D1-7A82-48A2-045CB57EE8B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37756E4-FF5B-4301-B407-2A34594D2A5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813433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83621205-2999-000B-4F48-F9D9568CD475}"/>
              </a:ext>
            </a:extLst>
          </p:cNvPr>
          <p:cNvSpPr txBox="1"/>
          <p:nvPr/>
        </p:nvSpPr>
        <p:spPr>
          <a:xfrm>
            <a:off x="3048000" y="3247962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#4acaa8</a:t>
            </a:r>
          </a:p>
        </p:txBody>
      </p:sp>
    </p:spTree>
    <p:extLst>
      <p:ext uri="{BB962C8B-B14F-4D97-AF65-F5344CB8AC3E}">
        <p14:creationId xmlns:p14="http://schemas.microsoft.com/office/powerpoint/2010/main" val="17550562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CC265EE-C224-65D4-F205-7DB8E53615D3}"/>
              </a:ext>
            </a:extLst>
          </p:cNvPr>
          <p:cNvSpPr>
            <a:spLocks noChangeAspect="1"/>
          </p:cNvSpPr>
          <p:nvPr/>
        </p:nvSpPr>
        <p:spPr>
          <a:xfrm>
            <a:off x="1538514" y="0"/>
            <a:ext cx="6858000" cy="68580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3" name="Picture 2" descr="English Wikipedia - Wikipedia">
            <a:extLst>
              <a:ext uri="{FF2B5EF4-FFF2-40B4-BE49-F238E27FC236}">
                <a16:creationId xmlns:a16="http://schemas.microsoft.com/office/drawing/2014/main" id="{5DEA1E7E-2BB0-64AE-7548-8AE82DF1BC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79793" y="654813"/>
            <a:ext cx="1952806" cy="22424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485E6F1D-4E5D-7744-A3D4-27E6B2D1E021}"/>
              </a:ext>
            </a:extLst>
          </p:cNvPr>
          <p:cNvGrpSpPr/>
          <p:nvPr/>
        </p:nvGrpSpPr>
        <p:grpSpPr>
          <a:xfrm>
            <a:off x="1756224" y="217710"/>
            <a:ext cx="2421195" cy="2418299"/>
            <a:chOff x="1756224" y="217710"/>
            <a:chExt cx="2421195" cy="2418299"/>
          </a:xfrm>
        </p:grpSpPr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3EDA5F38-3A46-6A3C-1C91-B50C7AF4489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756224" y="217710"/>
              <a:ext cx="2421195" cy="2418299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  <a:effectLst>
              <a:outerShdw blurRad="190500" dist="1270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pic>
          <p:nvPicPr>
            <p:cNvPr id="2052" name="Picture 4" descr="undefined">
              <a:extLst>
                <a:ext uri="{FF2B5EF4-FFF2-40B4-BE49-F238E27FC236}">
                  <a16:creationId xmlns:a16="http://schemas.microsoft.com/office/drawing/2014/main" id="{86F5DFC0-4F47-F65D-7222-FBE613358C9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001190" y="632200"/>
              <a:ext cx="1931262" cy="176348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29684487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6A2B39-80F4-21E9-103E-E052FED95F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4093CA3-7D77-EAE1-30D6-775FA96FF7A2}"/>
              </a:ext>
            </a:extLst>
          </p:cNvPr>
          <p:cNvSpPr>
            <a:spLocks noChangeAspect="1"/>
          </p:cNvSpPr>
          <p:nvPr/>
        </p:nvSpPr>
        <p:spPr>
          <a:xfrm>
            <a:off x="1538514" y="0"/>
            <a:ext cx="6858000" cy="68580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3" name="Picture 2" descr="English Wikipedia - Wikipedia">
            <a:extLst>
              <a:ext uri="{FF2B5EF4-FFF2-40B4-BE49-F238E27FC236}">
                <a16:creationId xmlns:a16="http://schemas.microsoft.com/office/drawing/2014/main" id="{41026493-F399-8177-255D-04ACF973BF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79793" y="654813"/>
            <a:ext cx="1952806" cy="22424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057243BE-71AF-2F48-7CC6-9E6A50A6EED1}"/>
              </a:ext>
            </a:extLst>
          </p:cNvPr>
          <p:cNvGrpSpPr/>
          <p:nvPr/>
        </p:nvGrpSpPr>
        <p:grpSpPr>
          <a:xfrm>
            <a:off x="1756224" y="217710"/>
            <a:ext cx="2421195" cy="2418299"/>
            <a:chOff x="1756224" y="217710"/>
            <a:chExt cx="2421195" cy="2418299"/>
          </a:xfrm>
        </p:grpSpPr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EE3080F9-7B6E-C135-8792-EC4630E8A5F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756224" y="217710"/>
              <a:ext cx="2421195" cy="2418299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  <a:effectLst>
              <a:outerShdw blurRad="190500" dist="1270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pic>
          <p:nvPicPr>
            <p:cNvPr id="2052" name="Picture 4" descr="undefined">
              <a:extLst>
                <a:ext uri="{FF2B5EF4-FFF2-40B4-BE49-F238E27FC236}">
                  <a16:creationId xmlns:a16="http://schemas.microsoft.com/office/drawing/2014/main" id="{19FC7EB4-0204-3726-0B28-D70F86012CD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001190" y="632200"/>
              <a:ext cx="1931262" cy="176348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23182643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05C67DF-3174-9BF5-664F-7BAED718CC3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5372"/>
          <a:stretch>
            <a:fillRect/>
          </a:stretch>
        </p:blipFill>
        <p:spPr>
          <a:xfrm>
            <a:off x="2438400" y="990600"/>
            <a:ext cx="7315200" cy="3639457"/>
          </a:xfrm>
          <a:prstGeom prst="rect">
            <a:avLst/>
          </a:prstGeom>
        </p:spPr>
      </p:pic>
      <p:pic>
        <p:nvPicPr>
          <p:cNvPr id="3074" name="Picture 2" descr="gold and purple glitter decors">
            <a:extLst>
              <a:ext uri="{FF2B5EF4-FFF2-40B4-BE49-F238E27FC236}">
                <a16:creationId xmlns:a16="http://schemas.microsoft.com/office/drawing/2014/main" id="{1918348D-27F1-31EA-C975-0512B87524B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5372"/>
          <a:stretch>
            <a:fillRect/>
          </a:stretch>
        </p:blipFill>
        <p:spPr bwMode="auto">
          <a:xfrm>
            <a:off x="1219200" y="2979056"/>
            <a:ext cx="7315200" cy="36394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128135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 descr="white and black concrete building">
            <a:extLst>
              <a:ext uri="{FF2B5EF4-FFF2-40B4-BE49-F238E27FC236}">
                <a16:creationId xmlns:a16="http://schemas.microsoft.com/office/drawing/2014/main" id="{100AC454-25F2-64FF-D2B8-224C9BE316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87788" y="0"/>
            <a:ext cx="4414837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a black and white photo of a tall building">
            <a:extLst>
              <a:ext uri="{FF2B5EF4-FFF2-40B4-BE49-F238E27FC236}">
                <a16:creationId xmlns:a16="http://schemas.microsoft.com/office/drawing/2014/main" id="{DD0BE954-7F79-B3C0-0447-7F5691FBFE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88" y="0"/>
            <a:ext cx="12188825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295572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white and blue concrete building">
            <a:extLst>
              <a:ext uri="{FF2B5EF4-FFF2-40B4-BE49-F238E27FC236}">
                <a16:creationId xmlns:a16="http://schemas.microsoft.com/office/drawing/2014/main" id="{9280A6B5-F413-8304-70FA-A149EBC676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509486"/>
            <a:ext cx="12221095" cy="98535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420143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gold and red dots">
            <a:extLst>
              <a:ext uri="{FF2B5EF4-FFF2-40B4-BE49-F238E27FC236}">
                <a16:creationId xmlns:a16="http://schemas.microsoft.com/office/drawing/2014/main" id="{A600804F-A48B-DDF6-B753-E5E7D51C76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200000">
            <a:off x="2026355" y="-2026356"/>
            <a:ext cx="8139289" cy="1219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816027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535</TotalTime>
  <Words>2</Words>
  <Application>Microsoft Office PowerPoint</Application>
  <PresentationFormat>Widescreen</PresentationFormat>
  <Paragraphs>1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Daniel Kowalski</dc:creator>
  <cp:lastModifiedBy>Daniel Kowalski</cp:lastModifiedBy>
  <cp:revision>4</cp:revision>
  <dcterms:created xsi:type="dcterms:W3CDTF">2025-11-12T14:24:13Z</dcterms:created>
  <dcterms:modified xsi:type="dcterms:W3CDTF">2026-09-05T15:30:48Z</dcterms:modified>
</cp:coreProperties>
</file>